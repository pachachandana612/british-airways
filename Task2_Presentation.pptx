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2"/>
  </p:normalViewPr>
  <p:slideViewPr>
    <p:cSldViewPr snapToGrid="0">
      <p:cViewPr varScale="1">
        <p:scale>
          <a:sx n="90" d="100"/>
          <a:sy n="90" d="100"/>
        </p:scale>
        <p:origin x="23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2FCC-4380-04A8-31A8-EC7CEBACA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99CD9-B8F8-1717-0B67-8E403D34C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695D8-18B0-57F1-1CA4-F7E489DA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78EC1-1C3C-A2AB-CD7F-88155C4F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48976-F108-8DF2-A623-79216A12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4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AF5B-B6A7-E834-ACE5-A22BB566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B46E-D54F-8AA9-40C8-20E707BE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29809-49BF-D900-7C86-60D74F2B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655BB-5913-8C0B-4DC3-7C63BEA5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FF7CF-B324-8C1C-C42A-5496970C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85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56C1-3AC2-DA02-3872-CD42B587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4D3F3-CB24-04B4-E5ED-4D0784B9E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15736-2E5B-13FC-C1B3-65CBA1A52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29D2-2E84-B691-445D-28822C4E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84F5A-6ADA-FFF3-5396-2B6CCD42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7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317D-62A1-6E38-EA73-29D42EEE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A40CD-7543-E783-2DAB-82ECC54AC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4720E-8C47-1B84-AFAF-6313DB8F8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0913A-C260-D73F-6312-DE9EE6C3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6110C-3EEB-3310-71FF-E558A7E83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7B36A-2BBA-FAEB-1D61-F5F79729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3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CC58-3789-18D7-3B53-7F98C75E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586E8-744B-CE5C-A136-28CF8457E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C66DD-CB62-192C-CE88-EAC6B172F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6C9CB-F0DC-3F61-85EF-64DFC0A9B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3A1CA-5F0C-AF2D-F9C4-37A765372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7CEDE-466E-EF34-645D-82745463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F963C-1F82-76AF-9010-1E4C8CD8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A6501-460D-FBB8-759A-A9A461E7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3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989A-C91C-2E9B-93E2-0975F252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26719-29DE-B35C-2B7B-DD4C6FBC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93061-7C9F-259F-3A44-253321D5A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9503B-E045-A394-BEAB-6FC96936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9E50A-BD80-4523-ACD5-408C4C64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6A219-064C-E8EB-8CE1-81A25330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71944-B04B-6A18-E951-2B1D849D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6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13AC-D4B9-B4DA-2B26-ACFE19F5B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B7B0-E1FB-2386-2F2F-259AFD8B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4EA09-941A-A2E3-7640-D98EED80A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209DF-7639-0219-5B97-82C76C20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F6378-D1CF-355C-C81E-4252EB2C3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0BAFC-5A49-4852-CA94-B66B9019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0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1E85B-6D74-AAE6-FFC0-A7F3D032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438F53-BCF2-3DD2-C455-287706E06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7A9F9-663D-7663-9E3F-A7CE4B5A9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322B0-E906-17A2-056F-03499725D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1D771-5F7E-932B-5C3A-45C474BE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48C3-95C7-F584-A8FF-E16D3E1D6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7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E1AF-0C4E-D838-2EA6-82DB93CB0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814E3-A21D-B69A-7ADA-49F76217C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2E46-99FA-295B-B053-8BA38DF9A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A76F-32C5-2301-161E-A295CB8A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2BC90-B00C-5D1F-0EE3-F23F261C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8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4DE20-EDB7-7382-ACEF-58F69102C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F56BE-50F7-BB74-093B-227CF83E0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E4AE5-937D-B692-1DAF-C70DB9E5E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D85A3-F3E6-E998-8AD3-8B251FF6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A6A97-6D73-2C78-6B24-87FDFA19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3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F7BD9-6395-7AC3-0883-A7E60814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3C83D-0CEE-9209-3BA0-A1E8FE12D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7B4C-5625-991D-857D-D80A99FC4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E1E95-9FA3-4848-962D-01463FA66CA2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98C0F-9543-3075-991C-2DA172B72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552E3-511B-1370-AF57-77FA5EEB4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8EC5F-F903-314F-B53C-AE4E2FFC0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92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DB43-7699-A4BB-308A-112AA29FE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5074024"/>
            <a:ext cx="10109199" cy="598032"/>
          </a:xfrm>
        </p:spPr>
        <p:txBody>
          <a:bodyPr anchor="ctr">
            <a:normAutofit/>
          </a:bodyPr>
          <a:lstStyle/>
          <a:p>
            <a:pPr algn="l"/>
            <a:r>
              <a:rPr lang="en-US" sz="360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DD6B0-F34F-4DAB-252E-9A059C185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5672059"/>
            <a:ext cx="10109199" cy="547765"/>
          </a:xfrm>
        </p:spPr>
        <p:txBody>
          <a:bodyPr anchor="t">
            <a:normAutofit/>
          </a:bodyPr>
          <a:lstStyle/>
          <a:p>
            <a:pPr algn="l"/>
            <a:r>
              <a:rPr lang="en-US" sz="1800"/>
              <a:t>Predicting Customer Buying Behaviour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2BEE7-9C1A-2CCF-7E36-41E056F0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03" b="18286"/>
          <a:stretch/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1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61584A-5C3A-5311-6FE8-300CA7A78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525" y="0"/>
            <a:ext cx="7991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0E7D9C-C5DA-F2C8-ACD7-68800088D144}"/>
              </a:ext>
            </a:extLst>
          </p:cNvPr>
          <p:cNvSpPr txBox="1"/>
          <p:nvPr/>
        </p:nvSpPr>
        <p:spPr>
          <a:xfrm>
            <a:off x="228600" y="314325"/>
            <a:ext cx="39719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Elephant Pro" pitchFamily="2" charset="0"/>
              </a:rPr>
              <a:t>TOP CORRELATED FEATURES WITH BOOKING COMPLETE</a:t>
            </a:r>
          </a:p>
          <a:p>
            <a:endParaRPr lang="en-US" dirty="0">
              <a:latin typeface="Elephant Pro" pitchFamily="2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err="1"/>
              <a:t>wants_extra_baggage</a:t>
            </a:r>
            <a:r>
              <a:rPr lang="en-IN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err="1"/>
              <a:t>wants_preferred_seat</a:t>
            </a:r>
            <a:r>
              <a:rPr lang="en-IN" dirty="0"/>
              <a:t> 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err="1"/>
              <a:t>wants_in_flight_meals</a:t>
            </a:r>
            <a:endParaRPr lang="en-IN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err="1"/>
              <a:t>num_passengers</a:t>
            </a:r>
            <a:endParaRPr lang="en-IN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err="1"/>
              <a:t>flight_hour</a:t>
            </a:r>
            <a:br>
              <a:rPr lang="en-IN" dirty="0"/>
            </a:br>
            <a:endParaRPr lang="en-IN" dirty="0"/>
          </a:p>
          <a:p>
            <a:r>
              <a:rPr lang="en-IN" dirty="0">
                <a:latin typeface="Elephant Pro" pitchFamily="2" charset="0"/>
                <a:cs typeface="Times New Roman" panose="02020603050405020304" pitchFamily="18" charset="0"/>
              </a:rPr>
              <a:t>MODEL: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var(--jp-content-font-family)"/>
              </a:rPr>
              <a:t>R</a:t>
            </a:r>
            <a:r>
              <a:rPr lang="en-IN" dirty="0">
                <a:effectLst/>
                <a:latin typeface="var(--jp-content-font-family)"/>
              </a:rPr>
              <a:t>andom forest classifier with all features has the highest accuracy than logistic regression and Random forest with correlated features.</a:t>
            </a:r>
          </a:p>
          <a:p>
            <a:endParaRPr lang="en-IN" dirty="0">
              <a:latin typeface="var(--jp-content-font-famil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8350EE-1571-D283-1224-C5F3EE2B8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1551"/>
            <a:ext cx="4543425" cy="207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31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Elephant Pro</vt:lpstr>
      <vt:lpstr>Times New Roman</vt:lpstr>
      <vt:lpstr>var(--jp-content-font-family)</vt:lpstr>
      <vt:lpstr>Wingdings</vt:lpstr>
      <vt:lpstr>Office Theme</vt:lpstr>
      <vt:lpstr>BRITISH AIRWAYS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PACHA CHANDANA</dc:creator>
  <cp:lastModifiedBy>PACHA CHANDANA</cp:lastModifiedBy>
  <cp:revision>1</cp:revision>
  <dcterms:created xsi:type="dcterms:W3CDTF">2024-10-04T03:22:11Z</dcterms:created>
  <dcterms:modified xsi:type="dcterms:W3CDTF">2024-10-04T03:48:46Z</dcterms:modified>
</cp:coreProperties>
</file>